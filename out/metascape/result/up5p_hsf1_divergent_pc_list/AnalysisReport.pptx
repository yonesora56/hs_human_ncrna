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Oct 10, 2026</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15 identifiers, 15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3053992"/>
            <a:ext cx="10911535" cy="2343586"/>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242704" y="1665465"/>
            <a:ext cx="9706287"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112066" y="1665465"/>
            <a:ext cx="7967562"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3296692" y="1665465"/>
            <a:ext cx="5598311"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1691715" y="1665465"/>
            <a:ext cx="8808265"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MyList</a:t>
                      </a:r>
                    </a:p>
                  </a:txBody>
                  <a:tcPr/>
                </a:tc>
                <a:tc>
                  <a:txBody>
                    <a:bodyPr/>
                    <a:lstStyle/>
                    <a:p>
                      <a:r>
                        <a:t>R-HSA-3371556|Cellular response to heat stress|-12.1;R-HSA-2262752|Cellular responses to stress|-11.5;R-HSA-3371568|Attenuation phase|-10.7</a:t>
                      </a:r>
                    </a:p>
                  </a:txBody>
                  <a:tcPr/>
                </a:tc>
              </a:tr>
              <a:tr h="1280160">
                <a:tc>
                  <a:txBody>
                    <a:bodyPr/>
                    <a:lstStyle/>
                    <a:p>
                      <a:r>
                        <a:t>MyList_MCODE_ALL</a:t>
                      </a:r>
                    </a:p>
                  </a:txBody>
                  <a:tcPr/>
                </a:tc>
                <a:tc>
                  <a:txBody>
                    <a:bodyPr/>
                    <a:lstStyle/>
                    <a:p>
                      <a:r>
                        <a:t>R-HSA-3371556|Cellular response to heat stress|-12.0;GO:0006457|protein folding|-10.0;R-HSA-3371497|HSP90 chaperone cycle for steroid hormone receptors (SHR) in the presence of ligand|-9.8</a:t>
                      </a:r>
                    </a:p>
                  </a:txBody>
                  <a:tcPr/>
                </a:tc>
              </a:tr>
              <a:tr h="1280160">
                <a:tc>
                  <a:txBody>
                    <a:bodyPr/>
                    <a:lstStyle/>
                    <a:p>
                      <a:r>
                        <a:t>MyList_SUB1_MCODE_1</a:t>
                      </a:r>
                    </a:p>
                  </a:txBody>
                  <a:tcPr/>
                </a:tc>
                <a:tc>
                  <a:txBody>
                    <a:bodyPr/>
                    <a:lstStyle/>
                    <a:p>
                      <a:r>
                        <a:t>R-HSA-3371556|Cellular response to heat stress|-12.0;GO:0006457|protein folding|-10.0;R-HSA-3371497|HSP90 chaperone cycle for steroid hormone receptors (SHR) in the presence of ligand|-9.8</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