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Oct 18, 2026</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850 identifiers, 850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